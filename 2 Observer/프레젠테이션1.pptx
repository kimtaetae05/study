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7" r:id="rId4"/>
    <p:sldId id="266" r:id="rId5"/>
    <p:sldId id="264" r:id="rId6"/>
    <p:sldId id="269" r:id="rId7"/>
    <p:sldId id="270" r:id="rId8"/>
    <p:sldId id="271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73" autoAdjust="0"/>
    <p:restoredTop sz="94660"/>
  </p:normalViewPr>
  <p:slideViewPr>
    <p:cSldViewPr snapToGrid="0">
      <p:cViewPr>
        <p:scale>
          <a:sx n="100" d="100"/>
          <a:sy n="100" d="100"/>
        </p:scale>
        <p:origin x="119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220C-3667-4ABC-90CA-8CB305C97420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122EE-790D-470E-870D-187048DF67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986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220C-3667-4ABC-90CA-8CB305C97420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122EE-790D-470E-870D-187048DF67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752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220C-3667-4ABC-90CA-8CB305C97420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122EE-790D-470E-870D-187048DF67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9144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220C-3667-4ABC-90CA-8CB305C97420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122EE-790D-470E-870D-187048DF67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040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220C-3667-4ABC-90CA-8CB305C97420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122EE-790D-470E-870D-187048DF67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902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220C-3667-4ABC-90CA-8CB305C97420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122EE-790D-470E-870D-187048DF67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1464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220C-3667-4ABC-90CA-8CB305C97420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07530" y="4729163"/>
            <a:ext cx="2057400" cy="273844"/>
          </a:xfrm>
        </p:spPr>
        <p:txBody>
          <a:bodyPr/>
          <a:lstStyle/>
          <a:p>
            <a:fld id="{D21122EE-790D-470E-870D-187048DF67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598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220C-3667-4ABC-90CA-8CB305C97420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122EE-790D-470E-870D-187048DF67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1308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220C-3667-4ABC-90CA-8CB305C97420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122EE-790D-470E-870D-187048DF67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350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220C-3667-4ABC-90CA-8CB305C97420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122EE-790D-470E-870D-187048DF67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713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220C-3667-4ABC-90CA-8CB305C97420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122EE-790D-470E-870D-187048DF67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478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C9220C-3667-4ABC-90CA-8CB305C97420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1122EE-790D-470E-870D-187048DF67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7816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4563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15C8D7-E0E6-E715-65B3-BB0F302E1B71}"/>
              </a:ext>
            </a:extLst>
          </p:cNvPr>
          <p:cNvSpPr txBox="1"/>
          <p:nvPr/>
        </p:nvSpPr>
        <p:spPr>
          <a:xfrm>
            <a:off x="296203" y="272366"/>
            <a:ext cx="254749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dirty="0">
                <a:latin typeface="DX하늘구름" panose="02020600000000000000" pitchFamily="18" charset="-127"/>
                <a:ea typeface="DX하늘구름" panose="02020600000000000000" pitchFamily="18" charset="-127"/>
              </a:rPr>
              <a:t>프로젝트 소개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E7315A1-57D4-474B-AE37-986D22B7B6EC}"/>
              </a:ext>
            </a:extLst>
          </p:cNvPr>
          <p:cNvGrpSpPr/>
          <p:nvPr/>
        </p:nvGrpSpPr>
        <p:grpSpPr>
          <a:xfrm>
            <a:off x="852463" y="1578805"/>
            <a:ext cx="2088857" cy="1627231"/>
            <a:chOff x="250483" y="1776925"/>
            <a:chExt cx="2088857" cy="1627231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FDEBB619-CA8A-B7D5-8A51-2F9DF97DDCD0}"/>
                </a:ext>
              </a:extLst>
            </p:cNvPr>
            <p:cNvGrpSpPr/>
            <p:nvPr/>
          </p:nvGrpSpPr>
          <p:grpSpPr>
            <a:xfrm>
              <a:off x="267628" y="1776925"/>
              <a:ext cx="383438" cy="307777"/>
              <a:chOff x="846748" y="1319725"/>
              <a:chExt cx="383438" cy="307777"/>
            </a:xfrm>
          </p:grpSpPr>
          <p:sp>
            <p:nvSpPr>
              <p:cNvPr id="5" name="타원 4">
                <a:extLst>
                  <a:ext uri="{FF2B5EF4-FFF2-40B4-BE49-F238E27FC236}">
                    <a16:creationId xmlns:a16="http://schemas.microsoft.com/office/drawing/2014/main" id="{2DDA2751-4CEE-B4D9-A3E5-D8354A167D58}"/>
                  </a:ext>
                </a:extLst>
              </p:cNvPr>
              <p:cNvSpPr/>
              <p:nvPr/>
            </p:nvSpPr>
            <p:spPr>
              <a:xfrm>
                <a:off x="883138" y="1320800"/>
                <a:ext cx="296545" cy="296545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latin typeface="DX유니고딕 30" panose="02020600000000000000" pitchFamily="18" charset="-127"/>
                  <a:ea typeface="DX유니고딕 30" panose="02020600000000000000" pitchFamily="18" charset="-127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03D19A-C7EF-0FC2-D569-8986C24ACDB2}"/>
                  </a:ext>
                </a:extLst>
              </p:cNvPr>
              <p:cNvSpPr txBox="1"/>
              <p:nvPr/>
            </p:nvSpPr>
            <p:spPr>
              <a:xfrm>
                <a:off x="846748" y="13197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bg1"/>
                    </a:solidFill>
                    <a:latin typeface="DX유니고딕 30" panose="02020600000000000000" pitchFamily="18" charset="-127"/>
                    <a:ea typeface="DX유니고딕 30" panose="02020600000000000000" pitchFamily="18" charset="-127"/>
                  </a:rPr>
                  <a:t>01</a:t>
                </a:r>
                <a:endParaRPr lang="ko-KR" altLang="en-US" sz="1400" dirty="0">
                  <a:solidFill>
                    <a:schemeClr val="bg1"/>
                  </a:solidFill>
                  <a:latin typeface="DX유니고딕 30" panose="02020600000000000000" pitchFamily="18" charset="-127"/>
                  <a:ea typeface="DX유니고딕 30" panose="02020600000000000000" pitchFamily="18" charset="-127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4B6332-8778-CC80-FCB0-5254273000F4}"/>
                </a:ext>
              </a:extLst>
            </p:cNvPr>
            <p:cNvSpPr txBox="1"/>
            <p:nvPr/>
          </p:nvSpPr>
          <p:spPr>
            <a:xfrm>
              <a:off x="250483" y="2215466"/>
              <a:ext cx="19543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>
                  <a:latin typeface="DX유니고딕 30" panose="02020600000000000000" pitchFamily="18" charset="-127"/>
                  <a:ea typeface="DX유니고딕 30" panose="02020600000000000000" pitchFamily="18" charset="-127"/>
                </a:rPr>
                <a:t>배터리 잔량을 관리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B2B0980-6692-52ED-43A5-A0F3CBB29BAA}"/>
                </a:ext>
              </a:extLst>
            </p:cNvPr>
            <p:cNvSpPr txBox="1"/>
            <p:nvPr/>
          </p:nvSpPr>
          <p:spPr>
            <a:xfrm>
              <a:off x="250483" y="2619326"/>
              <a:ext cx="2088857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dirty="0">
                  <a:latin typeface="DX유니고딕 30" panose="02020600000000000000" pitchFamily="18" charset="-127"/>
                  <a:ea typeface="DX유니고딕 30" panose="02020600000000000000" pitchFamily="18" charset="-127"/>
                </a:rPr>
                <a:t>배터리 잔량을 </a:t>
              </a:r>
              <a:endParaRPr lang="en-US" altLang="ko-KR" sz="1500" dirty="0">
                <a:latin typeface="DX유니고딕 30" panose="02020600000000000000" pitchFamily="18" charset="-127"/>
                <a:ea typeface="DX유니고딕 30" panose="02020600000000000000" pitchFamily="18" charset="-127"/>
              </a:endParaRPr>
            </a:p>
            <a:p>
              <a:r>
                <a:rPr lang="en-US" altLang="ko-KR" sz="1500" dirty="0">
                  <a:latin typeface="DX유니고딕 30" panose="02020600000000000000" pitchFamily="18" charset="-127"/>
                  <a:ea typeface="DX유니고딕 30" panose="02020600000000000000" pitchFamily="18" charset="-127"/>
                </a:rPr>
                <a:t>0% ~ 100% </a:t>
              </a:r>
              <a:r>
                <a:rPr lang="ko-KR" altLang="en-US" sz="1500" dirty="0">
                  <a:latin typeface="DX유니고딕 30" panose="02020600000000000000" pitchFamily="18" charset="-127"/>
                  <a:ea typeface="DX유니고딕 30" panose="02020600000000000000" pitchFamily="18" charset="-127"/>
                </a:rPr>
                <a:t>범위에서 관리함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AB101EB-C238-CBBF-20CE-E36DFA1B3E18}"/>
              </a:ext>
            </a:extLst>
          </p:cNvPr>
          <p:cNvGrpSpPr/>
          <p:nvPr/>
        </p:nvGrpSpPr>
        <p:grpSpPr>
          <a:xfrm>
            <a:off x="3123223" y="1578805"/>
            <a:ext cx="2088857" cy="1396399"/>
            <a:chOff x="250483" y="1776925"/>
            <a:chExt cx="2088857" cy="1396399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0217D519-5CFE-6A32-CB52-B4A1090C0B3E}"/>
                </a:ext>
              </a:extLst>
            </p:cNvPr>
            <p:cNvGrpSpPr/>
            <p:nvPr/>
          </p:nvGrpSpPr>
          <p:grpSpPr>
            <a:xfrm>
              <a:off x="267628" y="1776925"/>
              <a:ext cx="381836" cy="307777"/>
              <a:chOff x="846748" y="1319725"/>
              <a:chExt cx="381836" cy="307777"/>
            </a:xfrm>
          </p:grpSpPr>
          <p:sp>
            <p:nvSpPr>
              <p:cNvPr id="15" name="타원 14">
                <a:extLst>
                  <a:ext uri="{FF2B5EF4-FFF2-40B4-BE49-F238E27FC236}">
                    <a16:creationId xmlns:a16="http://schemas.microsoft.com/office/drawing/2014/main" id="{6BE07D85-2FB3-12BB-86DA-4E5242BC14AC}"/>
                  </a:ext>
                </a:extLst>
              </p:cNvPr>
              <p:cNvSpPr/>
              <p:nvPr/>
            </p:nvSpPr>
            <p:spPr>
              <a:xfrm>
                <a:off x="883138" y="1320800"/>
                <a:ext cx="296545" cy="296545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latin typeface="DX유니고딕 30" panose="02020600000000000000" pitchFamily="18" charset="-127"/>
                  <a:ea typeface="DX유니고딕 30" panose="02020600000000000000" pitchFamily="18" charset="-12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D33E4B4-E527-12E0-0112-78102D8DABB3}"/>
                  </a:ext>
                </a:extLst>
              </p:cNvPr>
              <p:cNvSpPr txBox="1"/>
              <p:nvPr/>
            </p:nvSpPr>
            <p:spPr>
              <a:xfrm>
                <a:off x="846748" y="1319725"/>
                <a:ext cx="38183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bg1"/>
                    </a:solidFill>
                    <a:latin typeface="DX유니고딕 30" panose="02020600000000000000" pitchFamily="18" charset="-127"/>
                    <a:ea typeface="DX유니고딕 30" panose="02020600000000000000" pitchFamily="18" charset="-127"/>
                  </a:rPr>
                  <a:t>02</a:t>
                </a:r>
                <a:endParaRPr lang="ko-KR" altLang="en-US" sz="1400" dirty="0">
                  <a:solidFill>
                    <a:schemeClr val="bg1"/>
                  </a:solidFill>
                  <a:latin typeface="DX유니고딕 30" panose="02020600000000000000" pitchFamily="18" charset="-127"/>
                  <a:ea typeface="DX유니고딕 30" panose="02020600000000000000" pitchFamily="18" charset="-127"/>
                </a:endParaRP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A6F2DD8-38A4-E173-1A81-194A0E7E4B5F}"/>
                </a:ext>
              </a:extLst>
            </p:cNvPr>
            <p:cNvSpPr txBox="1"/>
            <p:nvPr/>
          </p:nvSpPr>
          <p:spPr>
            <a:xfrm>
              <a:off x="250483" y="2215466"/>
              <a:ext cx="192873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>
                  <a:latin typeface="DX유니고딕 30" panose="02020600000000000000" pitchFamily="18" charset="-127"/>
                  <a:ea typeface="DX유니고딕 30" panose="02020600000000000000" pitchFamily="18" charset="-127"/>
                </a:rPr>
                <a:t>버튼으로 잔량 변경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8764464-A4F7-A828-18A9-519C8DF93D49}"/>
                </a:ext>
              </a:extLst>
            </p:cNvPr>
            <p:cNvSpPr txBox="1"/>
            <p:nvPr/>
          </p:nvSpPr>
          <p:spPr>
            <a:xfrm>
              <a:off x="250483" y="2619326"/>
              <a:ext cx="208885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dirty="0">
                  <a:latin typeface="DX유니고딕 30" panose="02020600000000000000" pitchFamily="18" charset="-127"/>
                  <a:ea typeface="DX유니고딕 30" panose="02020600000000000000" pitchFamily="18" charset="-127"/>
                </a:rPr>
                <a:t>충전</a:t>
              </a:r>
              <a:r>
                <a:rPr lang="en-US" altLang="ko-KR" sz="1500" dirty="0">
                  <a:latin typeface="DX유니고딕 30" panose="02020600000000000000" pitchFamily="18" charset="-127"/>
                  <a:ea typeface="DX유니고딕 30" panose="02020600000000000000" pitchFamily="18" charset="-127"/>
                </a:rPr>
                <a:t>·</a:t>
              </a:r>
              <a:r>
                <a:rPr lang="ko-KR" altLang="en-US" sz="1500" dirty="0">
                  <a:latin typeface="DX유니고딕 30" panose="02020600000000000000" pitchFamily="18" charset="-127"/>
                  <a:ea typeface="DX유니고딕 30" panose="02020600000000000000" pitchFamily="18" charset="-127"/>
                </a:rPr>
                <a:t>사용 버튼으로 잔량을 </a:t>
              </a:r>
              <a:r>
                <a:rPr lang="en-US" altLang="ko-KR" sz="1500" dirty="0">
                  <a:latin typeface="DX유니고딕 30" panose="02020600000000000000" pitchFamily="18" charset="-127"/>
                  <a:ea typeface="DX유니고딕 30" panose="02020600000000000000" pitchFamily="18" charset="-127"/>
                </a:rPr>
                <a:t>10%</a:t>
              </a:r>
              <a:r>
                <a:rPr lang="ko-KR" altLang="en-US" sz="1500" dirty="0">
                  <a:latin typeface="DX유니고딕 30" panose="02020600000000000000" pitchFamily="18" charset="-127"/>
                  <a:ea typeface="DX유니고딕 30" panose="02020600000000000000" pitchFamily="18" charset="-127"/>
                </a:rPr>
                <a:t>씩 변경함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6972A06-271D-7CB2-C656-E1C4FE5DE0A1}"/>
              </a:ext>
            </a:extLst>
          </p:cNvPr>
          <p:cNvGrpSpPr/>
          <p:nvPr/>
        </p:nvGrpSpPr>
        <p:grpSpPr>
          <a:xfrm>
            <a:off x="5416843" y="1578805"/>
            <a:ext cx="2325077" cy="1627231"/>
            <a:chOff x="250483" y="1776925"/>
            <a:chExt cx="2088857" cy="1627231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1DD119ED-993A-BF79-24B9-18633DED9EEA}"/>
                </a:ext>
              </a:extLst>
            </p:cNvPr>
            <p:cNvGrpSpPr/>
            <p:nvPr/>
          </p:nvGrpSpPr>
          <p:grpSpPr>
            <a:xfrm>
              <a:off x="267628" y="1776925"/>
              <a:ext cx="383438" cy="307777"/>
              <a:chOff x="846748" y="1319725"/>
              <a:chExt cx="383438" cy="307777"/>
            </a:xfrm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BAF2E24A-85EB-C310-0C53-CA5007555FE1}"/>
                  </a:ext>
                </a:extLst>
              </p:cNvPr>
              <p:cNvSpPr/>
              <p:nvPr/>
            </p:nvSpPr>
            <p:spPr>
              <a:xfrm>
                <a:off x="883138" y="1320800"/>
                <a:ext cx="296545" cy="296545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latin typeface="DX유니고딕 30" panose="02020600000000000000" pitchFamily="18" charset="-127"/>
                  <a:ea typeface="DX유니고딕 30" panose="02020600000000000000" pitchFamily="18" charset="-127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5A78498-E97C-744E-9BEF-2FC79CAC7914}"/>
                  </a:ext>
                </a:extLst>
              </p:cNvPr>
              <p:cNvSpPr txBox="1"/>
              <p:nvPr/>
            </p:nvSpPr>
            <p:spPr>
              <a:xfrm>
                <a:off x="846748" y="13197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bg1"/>
                    </a:solidFill>
                    <a:latin typeface="DX유니고딕 30" panose="02020600000000000000" pitchFamily="18" charset="-127"/>
                    <a:ea typeface="DX유니고딕 30" panose="02020600000000000000" pitchFamily="18" charset="-127"/>
                  </a:rPr>
                  <a:t>03</a:t>
                </a:r>
                <a:endParaRPr lang="ko-KR" altLang="en-US" sz="1400" dirty="0">
                  <a:solidFill>
                    <a:schemeClr val="bg1"/>
                  </a:solidFill>
                  <a:latin typeface="DX유니고딕 30" panose="02020600000000000000" pitchFamily="18" charset="-127"/>
                  <a:ea typeface="DX유니고딕 30" panose="02020600000000000000" pitchFamily="18" charset="-127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D7A170F-BBBF-7615-983B-7306A68747C8}"/>
                </a:ext>
              </a:extLst>
            </p:cNvPr>
            <p:cNvSpPr txBox="1"/>
            <p:nvPr/>
          </p:nvSpPr>
          <p:spPr>
            <a:xfrm>
              <a:off x="250483" y="2215466"/>
              <a:ext cx="17267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>
                  <a:latin typeface="DX유니고딕 30" panose="02020600000000000000" pitchFamily="18" charset="-127"/>
                  <a:ea typeface="DX유니고딕 30" panose="02020600000000000000" pitchFamily="18" charset="-127"/>
                </a:rPr>
                <a:t>화면에 결과 갱신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D120A36-2971-CE78-454F-C4438AD15BFF}"/>
                </a:ext>
              </a:extLst>
            </p:cNvPr>
            <p:cNvSpPr txBox="1"/>
            <p:nvPr/>
          </p:nvSpPr>
          <p:spPr>
            <a:xfrm>
              <a:off x="250483" y="2619326"/>
              <a:ext cx="2088857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dirty="0">
                  <a:latin typeface="DX유니고딕 30" panose="02020600000000000000" pitchFamily="18" charset="-127"/>
                  <a:ea typeface="DX유니고딕 30" panose="02020600000000000000" pitchFamily="18" charset="-127"/>
                </a:rPr>
                <a:t>잔량 숫자</a:t>
              </a:r>
              <a:r>
                <a:rPr lang="en-US" altLang="ko-KR" sz="1500" dirty="0">
                  <a:latin typeface="DX유니고딕 30" panose="02020600000000000000" pitchFamily="18" charset="-127"/>
                  <a:ea typeface="DX유니고딕 30" panose="02020600000000000000" pitchFamily="18" charset="-127"/>
                </a:rPr>
                <a:t>, </a:t>
              </a:r>
              <a:r>
                <a:rPr lang="ko-KR" altLang="en-US" sz="1500" dirty="0">
                  <a:latin typeface="DX유니고딕 30" panose="02020600000000000000" pitchFamily="18" charset="-127"/>
                  <a:ea typeface="DX유니고딕 30" panose="02020600000000000000" pitchFamily="18" charset="-127"/>
                </a:rPr>
                <a:t>아이콘</a:t>
              </a:r>
              <a:r>
                <a:rPr lang="en-US" altLang="ko-KR" sz="1500" dirty="0">
                  <a:latin typeface="DX유니고딕 30" panose="02020600000000000000" pitchFamily="18" charset="-127"/>
                  <a:ea typeface="DX유니고딕 30" panose="02020600000000000000" pitchFamily="18" charset="-127"/>
                </a:rPr>
                <a:t>, </a:t>
              </a:r>
              <a:r>
                <a:rPr lang="ko-KR" altLang="en-US" sz="1500" dirty="0">
                  <a:latin typeface="DX유니고딕 30" panose="02020600000000000000" pitchFamily="18" charset="-127"/>
                  <a:ea typeface="DX유니고딕 30" panose="02020600000000000000" pitchFamily="18" charset="-127"/>
                </a:rPr>
                <a:t>상태 문구를 함께 갱신함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70FB1A6F-F623-9DE4-600B-61481B0E0CDF}"/>
              </a:ext>
            </a:extLst>
          </p:cNvPr>
          <p:cNvSpPr txBox="1"/>
          <p:nvPr/>
        </p:nvSpPr>
        <p:spPr>
          <a:xfrm>
            <a:off x="166663" y="4691966"/>
            <a:ext cx="269932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chemeClr val="bg1">
                    <a:lumMod val="95000"/>
                  </a:schemeClr>
                </a:solidFill>
                <a:latin typeface="DX유니고딕 30" panose="02020600000000000000" pitchFamily="18" charset="-127"/>
                <a:ea typeface="DX유니고딕 30" panose="02020600000000000000" pitchFamily="18" charset="-127"/>
              </a:rPr>
              <a:t>Before</a:t>
            </a:r>
            <a:r>
              <a:rPr lang="ko-KR" altLang="en-US" sz="1500" dirty="0">
                <a:solidFill>
                  <a:schemeClr val="bg1">
                    <a:lumMod val="95000"/>
                  </a:schemeClr>
                </a:solidFill>
                <a:latin typeface="DX유니고딕 30" panose="02020600000000000000" pitchFamily="18" charset="-127"/>
                <a:ea typeface="DX유니고딕 30" panose="02020600000000000000" pitchFamily="18" charset="-127"/>
              </a:rPr>
              <a:t>의 </a:t>
            </a:r>
            <a:r>
              <a:rPr lang="en-US" altLang="ko-KR" sz="1500" dirty="0">
                <a:solidFill>
                  <a:schemeClr val="bg1">
                    <a:lumMod val="95000"/>
                  </a:schemeClr>
                </a:solidFill>
                <a:latin typeface="DX유니고딕 30" panose="02020600000000000000" pitchFamily="18" charset="-127"/>
                <a:ea typeface="DX유니고딕 30" panose="02020600000000000000" pitchFamily="18" charset="-127"/>
              </a:rPr>
              <a:t>html </a:t>
            </a:r>
            <a:r>
              <a:rPr lang="ko-KR" altLang="en-US" sz="1500" dirty="0">
                <a:solidFill>
                  <a:schemeClr val="bg1">
                    <a:lumMod val="95000"/>
                  </a:schemeClr>
                </a:solidFill>
                <a:latin typeface="DX유니고딕 30" panose="02020600000000000000" pitchFamily="18" charset="-127"/>
                <a:ea typeface="DX유니고딕 30" panose="02020600000000000000" pitchFamily="18" charset="-127"/>
              </a:rPr>
              <a:t>파일 시연하기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6312E4CC-3248-5052-387E-A95AB7CFB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276" y="2988885"/>
            <a:ext cx="2083324" cy="602892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B2FF4276-F6F5-2015-13A6-574F5EAD1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515" y="3093720"/>
            <a:ext cx="651122" cy="778294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73334654-A58C-9BB6-7C05-D19BEF33A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308" y="3115803"/>
            <a:ext cx="1057158" cy="831357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651358E1-2C01-7EB1-B667-9D9E9CEC3B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6034" y="3113651"/>
            <a:ext cx="935466" cy="5591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EEEE29-FE98-1B69-B0D4-AC4DB9B2A9BB}"/>
              </a:ext>
            </a:extLst>
          </p:cNvPr>
          <p:cNvSpPr txBox="1"/>
          <p:nvPr/>
        </p:nvSpPr>
        <p:spPr>
          <a:xfrm>
            <a:off x="8890404" y="4897279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endParaRPr lang="ko-KR" altLang="en-US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9184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97F086-13C8-2D93-B91C-E51BAF0CADBD}"/>
              </a:ext>
            </a:extLst>
          </p:cNvPr>
          <p:cNvSpPr txBox="1"/>
          <p:nvPr/>
        </p:nvSpPr>
        <p:spPr>
          <a:xfrm>
            <a:off x="296203" y="272366"/>
            <a:ext cx="372409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dirty="0">
                <a:latin typeface="DX하늘구름" panose="02020600000000000000" pitchFamily="18" charset="-127"/>
                <a:ea typeface="DX하늘구름" panose="02020600000000000000" pitchFamily="18" charset="-127"/>
              </a:rPr>
              <a:t>패턴 적용 전</a:t>
            </a:r>
            <a:r>
              <a:rPr lang="en-US" altLang="ko-KR" sz="3000" dirty="0">
                <a:latin typeface="DX하늘구름" panose="02020600000000000000" pitchFamily="18" charset="-127"/>
                <a:ea typeface="DX하늘구름" panose="02020600000000000000" pitchFamily="18" charset="-127"/>
              </a:rPr>
              <a:t>/</a:t>
            </a:r>
            <a:r>
              <a:rPr lang="ko-KR" altLang="en-US" sz="3000" dirty="0">
                <a:latin typeface="DX하늘구름" panose="02020600000000000000" pitchFamily="18" charset="-127"/>
                <a:ea typeface="DX하늘구름" panose="02020600000000000000" pitchFamily="18" charset="-127"/>
              </a:rPr>
              <a:t>후</a:t>
            </a:r>
            <a:r>
              <a:rPr lang="en-US" altLang="ko-KR" sz="3000" dirty="0">
                <a:latin typeface="DX하늘구름" panose="02020600000000000000" pitchFamily="18" charset="-127"/>
                <a:ea typeface="DX하늘구름" panose="02020600000000000000" pitchFamily="18" charset="-127"/>
              </a:rPr>
              <a:t> </a:t>
            </a:r>
            <a:r>
              <a:rPr lang="ko-KR" altLang="en-US" sz="3000" dirty="0">
                <a:latin typeface="DX하늘구름" panose="02020600000000000000" pitchFamily="18" charset="-127"/>
                <a:ea typeface="DX하늘구름" panose="02020600000000000000" pitchFamily="18" charset="-127"/>
              </a:rPr>
              <a:t>비교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E283F4-79C5-49B8-21CB-CC21B2605060}"/>
              </a:ext>
            </a:extLst>
          </p:cNvPr>
          <p:cNvSpPr txBox="1"/>
          <p:nvPr/>
        </p:nvSpPr>
        <p:spPr>
          <a:xfrm>
            <a:off x="3969043" y="432386"/>
            <a:ext cx="36300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DX유니고딕 30" panose="02020600000000000000" pitchFamily="18" charset="-127"/>
                <a:ea typeface="DX유니고딕 30" panose="02020600000000000000" pitchFamily="18" charset="-127"/>
              </a:rPr>
              <a:t>battery.js</a:t>
            </a:r>
            <a:r>
              <a:rPr lang="ko-KR" altLang="en-US" sz="1600" dirty="0">
                <a:latin typeface="DX유니고딕 30" panose="02020600000000000000" pitchFamily="18" charset="-127"/>
                <a:ea typeface="DX유니고딕 30" panose="02020600000000000000" pitchFamily="18" charset="-127"/>
              </a:rPr>
              <a:t>의 </a:t>
            </a:r>
            <a:r>
              <a:rPr lang="en-US" altLang="ko-KR" sz="1600" dirty="0">
                <a:latin typeface="DX유니고딕 30" panose="02020600000000000000" pitchFamily="18" charset="-127"/>
                <a:ea typeface="DX유니고딕 30" panose="02020600000000000000" pitchFamily="18" charset="-127"/>
              </a:rPr>
              <a:t>observer </a:t>
            </a:r>
            <a:r>
              <a:rPr lang="ko-KR" altLang="en-US" sz="1600" dirty="0">
                <a:latin typeface="DX유니고딕 30" panose="02020600000000000000" pitchFamily="18" charset="-127"/>
                <a:ea typeface="DX유니고딕 30" panose="02020600000000000000" pitchFamily="18" charset="-127"/>
              </a:rPr>
              <a:t>구독</a:t>
            </a:r>
            <a:r>
              <a:rPr lang="en-US" altLang="ko-KR" sz="1600" dirty="0">
                <a:latin typeface="DX유니고딕 30" panose="02020600000000000000" pitchFamily="18" charset="-127"/>
                <a:ea typeface="DX유니고딕 30" panose="02020600000000000000" pitchFamily="18" charset="-127"/>
              </a:rPr>
              <a:t>/</a:t>
            </a:r>
            <a:r>
              <a:rPr lang="ko-KR" altLang="en-US" sz="1600" dirty="0">
                <a:latin typeface="DX유니고딕 30" panose="02020600000000000000" pitchFamily="18" charset="-127"/>
                <a:ea typeface="DX유니고딕 30" panose="02020600000000000000" pitchFamily="18" charset="-127"/>
              </a:rPr>
              <a:t>해지</a:t>
            </a:r>
            <a:r>
              <a:rPr lang="en-US" altLang="ko-KR" sz="1600" dirty="0">
                <a:latin typeface="DX유니고딕 30" panose="02020600000000000000" pitchFamily="18" charset="-127"/>
                <a:ea typeface="DX유니고딕 30" panose="02020600000000000000" pitchFamily="18" charset="-127"/>
              </a:rPr>
              <a:t> </a:t>
            </a:r>
            <a:r>
              <a:rPr lang="ko-KR" altLang="en-US" sz="1600" dirty="0">
                <a:latin typeface="DX유니고딕 30" panose="02020600000000000000" pitchFamily="18" charset="-127"/>
                <a:ea typeface="DX유니고딕 30" panose="02020600000000000000" pitchFamily="18" charset="-127"/>
              </a:rPr>
              <a:t>부분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666F9C-40E9-80A5-9D96-D43B4056F7C3}"/>
              </a:ext>
            </a:extLst>
          </p:cNvPr>
          <p:cNvSpPr txBox="1"/>
          <p:nvPr/>
        </p:nvSpPr>
        <p:spPr>
          <a:xfrm>
            <a:off x="624840" y="981903"/>
            <a:ext cx="8831580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attach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observer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this.observers.includes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observer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)) {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console.log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Subject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Observer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has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been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attached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already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.');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this.observers.push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observer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console.log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Subject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Attached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observer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.');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detach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observer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index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this.observers.indexOf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observer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index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=== -1) {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console.log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Subject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Non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existent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observer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.');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this.observers.splice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index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, 1);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console.log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Subject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Detached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observer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.');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ko-KR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2E1DED-89BE-CB24-C70F-2D23D405CE31}"/>
              </a:ext>
            </a:extLst>
          </p:cNvPr>
          <p:cNvSpPr txBox="1"/>
          <p:nvPr/>
        </p:nvSpPr>
        <p:spPr>
          <a:xfrm>
            <a:off x="0" y="4804946"/>
            <a:ext cx="26228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>
                    <a:lumMod val="95000"/>
                  </a:schemeClr>
                </a:solidFill>
                <a:latin typeface="DX유니고딕 30" panose="02020600000000000000" pitchFamily="18" charset="-127"/>
                <a:ea typeface="DX유니고딕 30" panose="02020600000000000000" pitchFamily="18" charset="-127"/>
              </a:rPr>
              <a:t>Guru site</a:t>
            </a:r>
            <a:r>
              <a:rPr lang="ko-KR" altLang="en-US" sz="1600" dirty="0">
                <a:solidFill>
                  <a:schemeClr val="bg1">
                    <a:lumMod val="95000"/>
                  </a:schemeClr>
                </a:solidFill>
                <a:latin typeface="DX유니고딕 30" panose="02020600000000000000" pitchFamily="18" charset="-127"/>
                <a:ea typeface="DX유니고딕 30" panose="02020600000000000000" pitchFamily="18" charset="-127"/>
              </a:rPr>
              <a:t>의 예제코드 참고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76B85A-FFD3-F469-8248-6720CCDCFF69}"/>
              </a:ext>
            </a:extLst>
          </p:cNvPr>
          <p:cNvSpPr txBox="1"/>
          <p:nvPr/>
        </p:nvSpPr>
        <p:spPr>
          <a:xfrm>
            <a:off x="8890404" y="4897279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endParaRPr lang="ko-KR" altLang="en-US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774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5ED7B-3C10-2127-F1AB-19B17D0C1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22510E-1065-C026-45AD-17C28EAC7EEB}"/>
              </a:ext>
            </a:extLst>
          </p:cNvPr>
          <p:cNvSpPr txBox="1"/>
          <p:nvPr/>
        </p:nvSpPr>
        <p:spPr>
          <a:xfrm>
            <a:off x="296203" y="272366"/>
            <a:ext cx="372409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dirty="0">
                <a:latin typeface="DX하늘구름" panose="02020600000000000000" pitchFamily="18" charset="-127"/>
                <a:ea typeface="DX하늘구름" panose="02020600000000000000" pitchFamily="18" charset="-127"/>
              </a:rPr>
              <a:t>패턴 적용 전</a:t>
            </a:r>
            <a:r>
              <a:rPr lang="en-US" altLang="ko-KR" sz="3000" dirty="0">
                <a:latin typeface="DX하늘구름" panose="02020600000000000000" pitchFamily="18" charset="-127"/>
                <a:ea typeface="DX하늘구름" panose="02020600000000000000" pitchFamily="18" charset="-127"/>
              </a:rPr>
              <a:t>/</a:t>
            </a:r>
            <a:r>
              <a:rPr lang="ko-KR" altLang="en-US" sz="3000" dirty="0">
                <a:latin typeface="DX하늘구름" panose="02020600000000000000" pitchFamily="18" charset="-127"/>
                <a:ea typeface="DX하늘구름" panose="02020600000000000000" pitchFamily="18" charset="-127"/>
              </a:rPr>
              <a:t>후</a:t>
            </a:r>
            <a:r>
              <a:rPr lang="en-US" altLang="ko-KR" sz="3000" dirty="0">
                <a:latin typeface="DX하늘구름" panose="02020600000000000000" pitchFamily="18" charset="-127"/>
                <a:ea typeface="DX하늘구름" panose="02020600000000000000" pitchFamily="18" charset="-127"/>
              </a:rPr>
              <a:t> </a:t>
            </a:r>
            <a:r>
              <a:rPr lang="ko-KR" altLang="en-US" sz="3000" dirty="0">
                <a:latin typeface="DX하늘구름" panose="02020600000000000000" pitchFamily="18" charset="-127"/>
                <a:ea typeface="DX하늘구름" panose="02020600000000000000" pitchFamily="18" charset="-127"/>
              </a:rPr>
              <a:t>비교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A137D4-AF11-5C48-DA4F-DCC6DB1D0234}"/>
              </a:ext>
            </a:extLst>
          </p:cNvPr>
          <p:cNvSpPr txBox="1"/>
          <p:nvPr/>
        </p:nvSpPr>
        <p:spPr>
          <a:xfrm>
            <a:off x="3969043" y="432386"/>
            <a:ext cx="24860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DX유니고딕 30" panose="02020600000000000000" pitchFamily="18" charset="-127"/>
                <a:ea typeface="DX유니고딕 30" panose="02020600000000000000" pitchFamily="18" charset="-127"/>
              </a:rPr>
              <a:t>battery.js</a:t>
            </a:r>
            <a:r>
              <a:rPr lang="ko-KR" altLang="en-US" sz="1600" dirty="0">
                <a:latin typeface="DX유니고딕 30" panose="02020600000000000000" pitchFamily="18" charset="-127"/>
                <a:ea typeface="DX유니고딕 30" panose="02020600000000000000" pitchFamily="18" charset="-127"/>
              </a:rPr>
              <a:t>의 </a:t>
            </a:r>
            <a:r>
              <a:rPr lang="en-US" altLang="ko-KR" sz="1600" dirty="0">
                <a:latin typeface="DX유니고딕 30" panose="02020600000000000000" pitchFamily="18" charset="-127"/>
                <a:ea typeface="DX유니고딕 30" panose="02020600000000000000" pitchFamily="18" charset="-127"/>
              </a:rPr>
              <a:t>charge </a:t>
            </a:r>
            <a:r>
              <a:rPr lang="ko-KR" altLang="en-US" sz="1600" dirty="0">
                <a:latin typeface="DX유니고딕 30" panose="02020600000000000000" pitchFamily="18" charset="-127"/>
                <a:ea typeface="DX유니고딕 30" panose="02020600000000000000" pitchFamily="18" charset="-127"/>
              </a:rPr>
              <a:t>부분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A500637-7A33-7EAE-9845-F6303502B7ED}"/>
              </a:ext>
            </a:extLst>
          </p:cNvPr>
          <p:cNvCxnSpPr>
            <a:cxnSpLocks/>
          </p:cNvCxnSpPr>
          <p:nvPr/>
        </p:nvCxnSpPr>
        <p:spPr>
          <a:xfrm>
            <a:off x="4503420" y="1005840"/>
            <a:ext cx="0" cy="396240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4D2844B-9007-5DDB-5DCA-CC95E68130A2}"/>
              </a:ext>
            </a:extLst>
          </p:cNvPr>
          <p:cNvSpPr txBox="1"/>
          <p:nvPr/>
        </p:nvSpPr>
        <p:spPr>
          <a:xfrm>
            <a:off x="304800" y="1180023"/>
            <a:ext cx="4259580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class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BatteryMonitor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{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constructor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startLevel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this.level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startLevel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 }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charge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this.level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	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Math.min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(100,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this.level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ko-KR" sz="1500" i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updatePercentDisplay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this.level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ko-KR" sz="1500" i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updateIconDisplay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this.level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ko-KR" sz="1500" i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updateStatusMessage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this.level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 }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097C41-531B-ED17-E82F-5E1DCDEB2F0B}"/>
              </a:ext>
            </a:extLst>
          </p:cNvPr>
          <p:cNvSpPr txBox="1"/>
          <p:nvPr/>
        </p:nvSpPr>
        <p:spPr>
          <a:xfrm>
            <a:off x="4602480" y="898723"/>
            <a:ext cx="537972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class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BatteryMonitor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{</a:t>
            </a:r>
            <a:b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constructor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startLevel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this.level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startLevel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ko-KR" altLang="ko-KR" sz="1400" i="1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400" i="1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this.observers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[];</a:t>
            </a:r>
            <a:b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notify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 {</a:t>
            </a:r>
            <a:b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observer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of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this.observers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observer.update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b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b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br>
              <a:rPr lang="ko-KR" altLang="ko-KR" sz="1400" i="1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400" i="1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charge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this.level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	    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Math.min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(100,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this.level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this.notify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  <a:b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79479F-A837-D875-DBE3-5C694FF6A54A}"/>
              </a:ext>
            </a:extLst>
          </p:cNvPr>
          <p:cNvSpPr txBox="1"/>
          <p:nvPr/>
        </p:nvSpPr>
        <p:spPr>
          <a:xfrm>
            <a:off x="3679483" y="4669106"/>
            <a:ext cx="8086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dirty="0">
                <a:latin typeface="DX유니고딕 30" panose="02020600000000000000" pitchFamily="18" charset="-127"/>
                <a:ea typeface="DX유니고딕 30" panose="02020600000000000000" pitchFamily="18" charset="-127"/>
              </a:rPr>
              <a:t>before</a:t>
            </a:r>
            <a:endParaRPr lang="ko-KR" altLang="en-US" sz="1600" dirty="0">
              <a:latin typeface="DX유니고딕 30" panose="02020600000000000000" pitchFamily="18" charset="-127"/>
              <a:ea typeface="DX유니고딕 30" panose="02020600000000000000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F4D6F1-FF7C-D536-9652-EEF1766D1EA4}"/>
              </a:ext>
            </a:extLst>
          </p:cNvPr>
          <p:cNvSpPr txBox="1"/>
          <p:nvPr/>
        </p:nvSpPr>
        <p:spPr>
          <a:xfrm>
            <a:off x="4517683" y="4653866"/>
            <a:ext cx="8086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DX유니고딕 30" panose="02020600000000000000" pitchFamily="18" charset="-127"/>
                <a:ea typeface="DX유니고딕 30" panose="02020600000000000000" pitchFamily="18" charset="-127"/>
              </a:rPr>
              <a:t>after</a:t>
            </a:r>
            <a:endParaRPr lang="ko-KR" altLang="en-US" sz="1600" dirty="0">
              <a:latin typeface="DX유니고딕 30" panose="02020600000000000000" pitchFamily="18" charset="-127"/>
              <a:ea typeface="DX유니고딕 30" panose="02020600000000000000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3FD8A9-996C-75DB-5AA3-219B46656812}"/>
              </a:ext>
            </a:extLst>
          </p:cNvPr>
          <p:cNvSpPr txBox="1"/>
          <p:nvPr/>
        </p:nvSpPr>
        <p:spPr>
          <a:xfrm>
            <a:off x="8890404" y="4897279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endParaRPr lang="ko-KR" altLang="en-US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7877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A24F6-20AA-F731-A94E-FA0E9B1A3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82EAB5-54E3-DC45-5F9F-3C3C1C831241}"/>
              </a:ext>
            </a:extLst>
          </p:cNvPr>
          <p:cNvSpPr txBox="1"/>
          <p:nvPr/>
        </p:nvSpPr>
        <p:spPr>
          <a:xfrm>
            <a:off x="296203" y="272366"/>
            <a:ext cx="372409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dirty="0">
                <a:latin typeface="DX하늘구름" panose="02020600000000000000" pitchFamily="18" charset="-127"/>
                <a:ea typeface="DX하늘구름" panose="02020600000000000000" pitchFamily="18" charset="-127"/>
              </a:rPr>
              <a:t>패턴 적용 전</a:t>
            </a:r>
            <a:r>
              <a:rPr lang="en-US" altLang="ko-KR" sz="3000" dirty="0">
                <a:latin typeface="DX하늘구름" panose="02020600000000000000" pitchFamily="18" charset="-127"/>
                <a:ea typeface="DX하늘구름" panose="02020600000000000000" pitchFamily="18" charset="-127"/>
              </a:rPr>
              <a:t>/</a:t>
            </a:r>
            <a:r>
              <a:rPr lang="ko-KR" altLang="en-US" sz="3000" dirty="0">
                <a:latin typeface="DX하늘구름" panose="02020600000000000000" pitchFamily="18" charset="-127"/>
                <a:ea typeface="DX하늘구름" panose="02020600000000000000" pitchFamily="18" charset="-127"/>
              </a:rPr>
              <a:t>후</a:t>
            </a:r>
            <a:r>
              <a:rPr lang="en-US" altLang="ko-KR" sz="3000" dirty="0">
                <a:latin typeface="DX하늘구름" panose="02020600000000000000" pitchFamily="18" charset="-127"/>
                <a:ea typeface="DX하늘구름" panose="02020600000000000000" pitchFamily="18" charset="-127"/>
              </a:rPr>
              <a:t> </a:t>
            </a:r>
            <a:r>
              <a:rPr lang="ko-KR" altLang="en-US" sz="3000" dirty="0">
                <a:latin typeface="DX하늘구름" panose="02020600000000000000" pitchFamily="18" charset="-127"/>
                <a:ea typeface="DX하늘구름" panose="02020600000000000000" pitchFamily="18" charset="-127"/>
              </a:rPr>
              <a:t>비교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658A18-E120-78A1-0701-38151C47D6E6}"/>
              </a:ext>
            </a:extLst>
          </p:cNvPr>
          <p:cNvSpPr txBox="1"/>
          <p:nvPr/>
        </p:nvSpPr>
        <p:spPr>
          <a:xfrm>
            <a:off x="3969042" y="432386"/>
            <a:ext cx="34375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DX유니고딕 30" panose="02020600000000000000" pitchFamily="18" charset="-127"/>
                <a:ea typeface="DX유니고딕 30" panose="02020600000000000000" pitchFamily="18" charset="-127"/>
              </a:rPr>
              <a:t>ui.js</a:t>
            </a:r>
            <a:r>
              <a:rPr lang="ko-KR" altLang="en-US" sz="1600" dirty="0">
                <a:latin typeface="DX유니고딕 30" panose="02020600000000000000" pitchFamily="18" charset="-127"/>
                <a:ea typeface="DX유니고딕 30" panose="02020600000000000000" pitchFamily="18" charset="-127"/>
              </a:rPr>
              <a:t>의 </a:t>
            </a:r>
            <a:r>
              <a:rPr lang="en-US" altLang="ko-KR" sz="1600" dirty="0" err="1">
                <a:latin typeface="DX유니고딕 30" panose="02020600000000000000" pitchFamily="18" charset="-127"/>
                <a:ea typeface="DX유니고딕 30" panose="02020600000000000000" pitchFamily="18" charset="-127"/>
              </a:rPr>
              <a:t>IconDisplay</a:t>
            </a:r>
            <a:r>
              <a:rPr lang="en-US" altLang="ko-KR" sz="1600" dirty="0">
                <a:latin typeface="DX유니고딕 30" panose="02020600000000000000" pitchFamily="18" charset="-127"/>
                <a:ea typeface="DX유니고딕 30" panose="02020600000000000000" pitchFamily="18" charset="-127"/>
              </a:rPr>
              <a:t> </a:t>
            </a:r>
            <a:r>
              <a:rPr lang="ko-KR" altLang="en-US" sz="1600" dirty="0">
                <a:latin typeface="DX유니고딕 30" panose="02020600000000000000" pitchFamily="18" charset="-127"/>
                <a:ea typeface="DX유니고딕 30" panose="02020600000000000000" pitchFamily="18" charset="-127"/>
              </a:rPr>
              <a:t>부분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59F3B2-FC39-416E-1D7D-03478A8723EA}"/>
              </a:ext>
            </a:extLst>
          </p:cNvPr>
          <p:cNvSpPr txBox="1"/>
          <p:nvPr/>
        </p:nvSpPr>
        <p:spPr>
          <a:xfrm>
            <a:off x="365760" y="2833563"/>
            <a:ext cx="800100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class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IconDisplayObserver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{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update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subject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fill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document.getElementById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icon-fill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');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fill.style.width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subject.level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+ ＇%＇;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fill.classList.toggle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(＇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low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＇,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subject.level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&lt;= LOW_BATTERY_THRESHOLD);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093446A-5370-2ED3-52CB-99726F0C9CDE}"/>
              </a:ext>
            </a:extLst>
          </p:cNvPr>
          <p:cNvCxnSpPr>
            <a:cxnSpLocks/>
          </p:cNvCxnSpPr>
          <p:nvPr/>
        </p:nvCxnSpPr>
        <p:spPr>
          <a:xfrm flipH="1">
            <a:off x="297180" y="2697480"/>
            <a:ext cx="822198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247519A-DE08-CF17-5A02-E41A82C74871}"/>
              </a:ext>
            </a:extLst>
          </p:cNvPr>
          <p:cNvSpPr txBox="1"/>
          <p:nvPr/>
        </p:nvSpPr>
        <p:spPr>
          <a:xfrm>
            <a:off x="373380" y="1334012"/>
            <a:ext cx="84277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function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500" i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updateIconDisplay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level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fill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document.getElementById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icon-fill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');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fill.style.width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level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+ '%'; </a:t>
            </a:r>
            <a:br>
              <a:rPr lang="ko-KR" altLang="ko-KR" sz="1500" i="1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i="1" dirty="0"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fill.classList.toggle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low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level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&lt;= LOW_BATTERY_THRESHOLD);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ko-KR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CA6AFE-2972-FB18-4004-1282F73AB0EC}"/>
              </a:ext>
            </a:extLst>
          </p:cNvPr>
          <p:cNvSpPr txBox="1"/>
          <p:nvPr/>
        </p:nvSpPr>
        <p:spPr>
          <a:xfrm>
            <a:off x="7718083" y="2360246"/>
            <a:ext cx="8086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dirty="0">
                <a:latin typeface="DX유니고딕 30" panose="02020600000000000000" pitchFamily="18" charset="-127"/>
                <a:ea typeface="DX유니고딕 30" panose="02020600000000000000" pitchFamily="18" charset="-127"/>
              </a:rPr>
              <a:t>before</a:t>
            </a:r>
            <a:endParaRPr lang="ko-KR" altLang="en-US" sz="1600" dirty="0">
              <a:latin typeface="DX유니고딕 30" panose="02020600000000000000" pitchFamily="18" charset="-127"/>
              <a:ea typeface="DX유니고딕 30" panose="02020600000000000000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9142BD-0859-1C11-01D4-8911DB660AFF}"/>
              </a:ext>
            </a:extLst>
          </p:cNvPr>
          <p:cNvSpPr txBox="1"/>
          <p:nvPr/>
        </p:nvSpPr>
        <p:spPr>
          <a:xfrm>
            <a:off x="7718083" y="2703146"/>
            <a:ext cx="8086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dirty="0">
                <a:latin typeface="DX유니고딕 30" panose="02020600000000000000" pitchFamily="18" charset="-127"/>
                <a:ea typeface="DX유니고딕 30" panose="02020600000000000000" pitchFamily="18" charset="-127"/>
              </a:rPr>
              <a:t>after</a:t>
            </a:r>
            <a:endParaRPr lang="ko-KR" altLang="en-US" sz="1600" dirty="0">
              <a:latin typeface="DX유니고딕 30" panose="02020600000000000000" pitchFamily="18" charset="-127"/>
              <a:ea typeface="DX유니고딕 30" panose="02020600000000000000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ED908C-9159-9043-5A63-A0F03D6566CD}"/>
              </a:ext>
            </a:extLst>
          </p:cNvPr>
          <p:cNvSpPr txBox="1"/>
          <p:nvPr/>
        </p:nvSpPr>
        <p:spPr>
          <a:xfrm>
            <a:off x="8890404" y="4897279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endParaRPr lang="ko-KR" altLang="en-US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804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CD31A-4F1C-1119-C42A-2D4B5FE53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07AAA3-A78C-5E34-BB91-6AE1446A73DF}"/>
              </a:ext>
            </a:extLst>
          </p:cNvPr>
          <p:cNvSpPr txBox="1"/>
          <p:nvPr/>
        </p:nvSpPr>
        <p:spPr>
          <a:xfrm>
            <a:off x="296203" y="272366"/>
            <a:ext cx="372409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dirty="0">
                <a:latin typeface="DX하늘구름" panose="02020600000000000000" pitchFamily="18" charset="-127"/>
                <a:ea typeface="DX하늘구름" panose="02020600000000000000" pitchFamily="18" charset="-127"/>
              </a:rPr>
              <a:t>패턴 적용 전</a:t>
            </a:r>
            <a:r>
              <a:rPr lang="en-US" altLang="ko-KR" sz="3000" dirty="0">
                <a:latin typeface="DX하늘구름" panose="02020600000000000000" pitchFamily="18" charset="-127"/>
                <a:ea typeface="DX하늘구름" panose="02020600000000000000" pitchFamily="18" charset="-127"/>
              </a:rPr>
              <a:t>/</a:t>
            </a:r>
            <a:r>
              <a:rPr lang="ko-KR" altLang="en-US" sz="3000" dirty="0">
                <a:latin typeface="DX하늘구름" panose="02020600000000000000" pitchFamily="18" charset="-127"/>
                <a:ea typeface="DX하늘구름" panose="02020600000000000000" pitchFamily="18" charset="-127"/>
              </a:rPr>
              <a:t>후</a:t>
            </a:r>
            <a:r>
              <a:rPr lang="en-US" altLang="ko-KR" sz="3000" dirty="0">
                <a:latin typeface="DX하늘구름" panose="02020600000000000000" pitchFamily="18" charset="-127"/>
                <a:ea typeface="DX하늘구름" panose="02020600000000000000" pitchFamily="18" charset="-127"/>
              </a:rPr>
              <a:t> </a:t>
            </a:r>
            <a:r>
              <a:rPr lang="ko-KR" altLang="en-US" sz="3000" dirty="0">
                <a:latin typeface="DX하늘구름" panose="02020600000000000000" pitchFamily="18" charset="-127"/>
                <a:ea typeface="DX하늘구름" panose="02020600000000000000" pitchFamily="18" charset="-127"/>
              </a:rPr>
              <a:t>비교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F1D42B-E838-45D2-0920-119DE6F5E9D8}"/>
              </a:ext>
            </a:extLst>
          </p:cNvPr>
          <p:cNvSpPr txBox="1"/>
          <p:nvPr/>
        </p:nvSpPr>
        <p:spPr>
          <a:xfrm>
            <a:off x="3969042" y="432386"/>
            <a:ext cx="34375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DX유니고딕 30" panose="02020600000000000000" pitchFamily="18" charset="-127"/>
                <a:ea typeface="DX유니고딕 30" panose="02020600000000000000" pitchFamily="18" charset="-127"/>
              </a:rPr>
              <a:t>main.js</a:t>
            </a:r>
            <a:r>
              <a:rPr lang="ko-KR" altLang="en-US" sz="1600" dirty="0">
                <a:latin typeface="DX유니고딕 30" panose="02020600000000000000" pitchFamily="18" charset="-127"/>
                <a:ea typeface="DX유니고딕 30" panose="02020600000000000000" pitchFamily="18" charset="-127"/>
              </a:rPr>
              <a:t>의 </a:t>
            </a:r>
            <a:r>
              <a:rPr lang="en-US" altLang="ko-KR" sz="1600" dirty="0">
                <a:latin typeface="DX유니고딕 30" panose="02020600000000000000" pitchFamily="18" charset="-127"/>
                <a:ea typeface="DX유니고딕 30" panose="02020600000000000000" pitchFamily="18" charset="-127"/>
              </a:rPr>
              <a:t> </a:t>
            </a:r>
            <a:r>
              <a:rPr lang="ko-KR" altLang="en-US" sz="1600" dirty="0">
                <a:latin typeface="DX유니고딕 30" panose="02020600000000000000" pitchFamily="18" charset="-127"/>
                <a:ea typeface="DX유니고딕 30" panose="02020600000000000000" pitchFamily="18" charset="-127"/>
              </a:rPr>
              <a:t>부분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A6C16E-C9BA-B605-B93E-D133AE4B0D72}"/>
              </a:ext>
            </a:extLst>
          </p:cNvPr>
          <p:cNvSpPr txBox="1"/>
          <p:nvPr/>
        </p:nvSpPr>
        <p:spPr>
          <a:xfrm>
            <a:off x="365760" y="2170623"/>
            <a:ext cx="800100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battery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new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BatteryMonitor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(50);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percentObserver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new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PercentDisplayObserver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iconObserver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new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IconDisplayObserver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statusObserver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new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StatusMessageObserver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battery.attach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percentObserver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battery.attach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iconObserver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battery.attach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statusObserver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battery.notify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0761761-4C20-4C13-ED4F-35CEC18DC1CF}"/>
              </a:ext>
            </a:extLst>
          </p:cNvPr>
          <p:cNvCxnSpPr>
            <a:cxnSpLocks/>
          </p:cNvCxnSpPr>
          <p:nvPr/>
        </p:nvCxnSpPr>
        <p:spPr>
          <a:xfrm flipH="1">
            <a:off x="297180" y="2103120"/>
            <a:ext cx="822198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8ADC310-1473-0D3E-E295-A1BCBEE4448D}"/>
              </a:ext>
            </a:extLst>
          </p:cNvPr>
          <p:cNvSpPr txBox="1"/>
          <p:nvPr/>
        </p:nvSpPr>
        <p:spPr>
          <a:xfrm>
            <a:off x="342900" y="838712"/>
            <a:ext cx="842772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battery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new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BatteryMonitor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(50);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ko-KR" altLang="ko-KR" sz="1500" i="1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i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updatePercentDisplay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battery.level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i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updateIconDisplay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battery.level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ko-KR" sz="1500" i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updateStatusMessage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battery.level</a:t>
            </a:r>
            <a: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br>
              <a:rPr lang="ko-KR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ko-KR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96A845-5BE4-9C2F-B6DC-90D97E182FA7}"/>
              </a:ext>
            </a:extLst>
          </p:cNvPr>
          <p:cNvSpPr txBox="1"/>
          <p:nvPr/>
        </p:nvSpPr>
        <p:spPr>
          <a:xfrm>
            <a:off x="7718083" y="1765886"/>
            <a:ext cx="8086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dirty="0">
                <a:latin typeface="DX유니고딕 30" panose="02020600000000000000" pitchFamily="18" charset="-127"/>
                <a:ea typeface="DX유니고딕 30" panose="02020600000000000000" pitchFamily="18" charset="-127"/>
              </a:rPr>
              <a:t>before</a:t>
            </a:r>
            <a:endParaRPr lang="ko-KR" altLang="en-US" sz="1600" dirty="0">
              <a:latin typeface="DX유니고딕 30" panose="02020600000000000000" pitchFamily="18" charset="-127"/>
              <a:ea typeface="DX유니고딕 30" panose="02020600000000000000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B49176-2251-3CFA-E57E-038852C9B938}"/>
              </a:ext>
            </a:extLst>
          </p:cNvPr>
          <p:cNvSpPr txBox="1"/>
          <p:nvPr/>
        </p:nvSpPr>
        <p:spPr>
          <a:xfrm>
            <a:off x="7718083" y="2108786"/>
            <a:ext cx="8086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dirty="0">
                <a:latin typeface="DX유니고딕 30" panose="02020600000000000000" pitchFamily="18" charset="-127"/>
                <a:ea typeface="DX유니고딕 30" panose="02020600000000000000" pitchFamily="18" charset="-127"/>
              </a:rPr>
              <a:t>after</a:t>
            </a:r>
            <a:endParaRPr lang="ko-KR" altLang="en-US" sz="1600" dirty="0">
              <a:latin typeface="DX유니고딕 30" panose="02020600000000000000" pitchFamily="18" charset="-127"/>
              <a:ea typeface="DX유니고딕 30" panose="02020600000000000000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2245CB-B936-05CB-6249-EEEAB52431BE}"/>
              </a:ext>
            </a:extLst>
          </p:cNvPr>
          <p:cNvSpPr txBox="1"/>
          <p:nvPr/>
        </p:nvSpPr>
        <p:spPr>
          <a:xfrm>
            <a:off x="8890404" y="4897279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endParaRPr lang="ko-KR" altLang="en-US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0159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1724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6906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219</TotalTime>
  <Words>617</Words>
  <Application>Microsoft Office PowerPoint</Application>
  <PresentationFormat>화면 슬라이드 쇼(16:9)</PresentationFormat>
  <Paragraphs>42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D2Coding</vt:lpstr>
      <vt:lpstr>DX유니고딕 30</vt:lpstr>
      <vt:lpstr>DX하늘구름</vt:lpstr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태희 김</dc:creator>
  <cp:lastModifiedBy>태희 김</cp:lastModifiedBy>
  <cp:revision>5</cp:revision>
  <dcterms:created xsi:type="dcterms:W3CDTF">2026-09-30T00:49:02Z</dcterms:created>
  <dcterms:modified xsi:type="dcterms:W3CDTF">2026-09-30T09:56:18Z</dcterms:modified>
</cp:coreProperties>
</file>